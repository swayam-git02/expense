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1_Track-Your-Expenses-Smartly"/>
          <p:cNvPicPr>
            <a:picLocks noChangeAspect="1"/>
          </p:cNvPicPr>
          <p:nvPr/>
        </p:nvPicPr>
        <p:blipFill>
          <a:blip r:embed="rId1"/>
          <a:srcRect t="5368" b="433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2_Why-Expense-Tracking-Matters"/>
          <p:cNvPicPr>
            <a:picLocks noChangeAspect="1"/>
          </p:cNvPicPr>
          <p:nvPr>
            <p:ph idx="1"/>
          </p:nvPr>
        </p:nvPicPr>
        <p:blipFill>
          <a:blip r:embed="rId1"/>
          <a:srcRect t="6786" b="5064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3_Our-Solution"/>
          <p:cNvPicPr>
            <a:picLocks noChangeAspect="1"/>
          </p:cNvPicPr>
          <p:nvPr>
            <p:ph idx="1"/>
          </p:nvPr>
        </p:nvPicPr>
        <p:blipFill>
          <a:blip r:embed="rId1"/>
          <a:srcRect t="6064" b="4647"/>
          <a:stretch>
            <a:fillRect/>
          </a:stretch>
        </p:blipFill>
        <p:spPr>
          <a:xfrm>
            <a:off x="0" y="-42545"/>
            <a:ext cx="12192635" cy="6899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4_Core-Features"/>
          <p:cNvPicPr>
            <a:picLocks noChangeAspect="1"/>
          </p:cNvPicPr>
          <p:nvPr>
            <p:ph idx="1"/>
          </p:nvPr>
        </p:nvPicPr>
        <p:blipFill>
          <a:blip r:embed="rId1"/>
          <a:srcRect t="8503" b="4671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5_Technology-Stack"/>
          <p:cNvPicPr>
            <a:picLocks noChangeAspect="1"/>
          </p:cNvPicPr>
          <p:nvPr>
            <p:ph idx="1"/>
          </p:nvPr>
        </p:nvPicPr>
        <p:blipFill>
          <a:blip r:embed="rId1"/>
          <a:srcRect t="6149" b="5982"/>
          <a:stretch>
            <a:fillRect/>
          </a:stretch>
        </p:blipFill>
        <p:spPr>
          <a:xfrm>
            <a:off x="-635" y="-635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6_Future-Roadmap"/>
          <p:cNvPicPr>
            <a:picLocks noChangeAspect="1"/>
          </p:cNvPicPr>
          <p:nvPr>
            <p:ph idx="1"/>
          </p:nvPr>
        </p:nvPicPr>
        <p:blipFill>
          <a:blip r:embed="rId1"/>
          <a:srcRect b="3815"/>
          <a:stretch>
            <a:fillRect/>
          </a:stretch>
        </p:blipFill>
        <p:spPr>
          <a:xfrm>
            <a:off x="-73025" y="635"/>
            <a:ext cx="12264390" cy="6856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adars</dc:creator>
  <cp:lastModifiedBy>Swayam Shrivastava</cp:lastModifiedBy>
  <cp:revision>3</cp:revision>
  <dcterms:created xsi:type="dcterms:W3CDTF">2025-07-23T00:59:00Z</dcterms:created>
  <dcterms:modified xsi:type="dcterms:W3CDTF">2026-03-17T17:20:36Z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82D332426B884BCAA2830E1BD800D8E0_11</vt:lpwstr>
  </property>
  <property fmtid="{D5CDD505-2E9C-101B-9397-08002B2CF9AE}" pid="3" name="KSOProductBuildVer">
    <vt:lpwstr>2057-12.2.0.23197</vt:lpwstr>
  </property>
</Properties>
</file>